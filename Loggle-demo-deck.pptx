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9" r:id="rId3"/>
    <p:sldId id="257" r:id="rId4"/>
    <p:sldId id="258" r:id="rId5"/>
    <p:sldId id="259" r:id="rId6"/>
    <p:sldId id="260" r:id="rId7"/>
    <p:sldId id="261" r:id="rId8"/>
    <p:sldId id="262" r:id="rId9"/>
    <p:sldId id="263" r:id="rId10"/>
    <p:sldId id="264"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200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909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and the goal of Loggle as a self-hosted log monitoring playground. Mention it stitches OpenTelemetry Collector, an ASP.NET Core ingestion API, Elasticsearch, and Kibana. Remind the audience it's intended for experimentation, not production.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for the 20 minute session: first architecture overview, then a local run, and finally the cloud automation highlights with time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common pain points: sensitive data, compliance, and cost when relying on SaaS log platforms. Position Loggle as an open stack you can own end to 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major services: the collector authenticates with bearer tokens, the Web API handles ingestion, and Elasticsearch plus Kibana deliver storage and visualization.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OpenTelemetry as the CNCF observability project that provides SDKs and collectors for consistent telemetry data. Explain OTLP (OpenTelemetry Protocol) as the default wire format that carries logs, metrics, and traces over HTTP or gRPC. Connect it back to Loggle using OTLP logs via the collector, ingestion API, and Elasticsearch backend.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flowchart from the README. Mention multi-language sources on the left, the OpenTelemetry Collector in the middle, and Kibana at the end. Note the future .NET Aspire dashboard hook.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the quick start: from the repo run examples\loggle-compose.ps1 start, set Examples.Loggle.Console as the startup project in Visual Studio, and open the Kibana log explorer at http://localhost:5601.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the examples folder. Mention run-examples.ps1 -Language &lt;lang&gt;, per-language config files (.env, config.json, appsettings.json), and the shared bearer token that must match the collector.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Terraform guide: generate an SSH key, provision the static public IP, update DNS, and apply the full plan. Note that setup.sh is idempotent and Certbot issues certificates for kibana.loggle.co by default.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Remind the audience to change the hardcoded kibana.loggle.co domain, rotate bearer tokens, and explore the video tutorial. Call out planned support for AWS/GCP and the future .NET Aspire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JSON snippet from the README to show how field names repeat for every attribute. Explain that protobuf encodes those as numeric tags so the wire payload stays compact and schema-driven. Mention HTTP transport is still OTLP, just with protobuf frames.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test/Loggle.Tests/ProtoVsJsonSizeTests.cs for the code. Mention `dotnet test --logger:"console;verbosity=detailed"` shows the full JSON and hex bytes. Highlight the ~3x reduction thanks to protobuf.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Loggle</a:t>
            </a:r>
          </a:p>
        </p:txBody>
      </p:sp>
      <p:sp>
        <p:nvSpPr>
          <p:cNvPr id="3" name="Subtitle 2"/>
          <p:cNvSpPr>
            <a:spLocks noGrp="1"/>
          </p:cNvSpPr>
          <p:nvPr>
            <p:ph type="subTitle" idx="1"/>
          </p:nvPr>
        </p:nvSpPr>
        <p:spPr/>
        <p:txBody>
          <a:bodyPr/>
          <a:lstStyle/>
          <a:p>
            <a:r>
              <a:t>Self-hosted log monitoring you can run anywhere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Stackify → Netreo → BMC</a:t>
            </a:r>
          </a:p>
        </p:txBody>
      </p:sp>
      <p:sp>
        <p:nvSpPr>
          <p:cNvPr id="3" name="Content Placeholder 2"/>
          <p:cNvSpPr>
            <a:spLocks noGrp="1"/>
          </p:cNvSpPr>
          <p:nvPr>
            <p:ph idx="1"/>
          </p:nvPr>
        </p:nvSpPr>
        <p:spPr/>
        <p:txBody>
          <a:bodyPr/>
          <a:lstStyle/>
          <a:p>
            <a:pPr>
              <a:defRPr sz="2800"/>
            </a:pPr>
            <a:r>
              <a:rPr dirty="0"/>
              <a:t>Joined </a:t>
            </a:r>
            <a:r>
              <a:rPr dirty="0" err="1"/>
              <a:t>Stackify</a:t>
            </a:r>
            <a:r>
              <a:rPr dirty="0"/>
              <a:t> in 2021; carried platform through </a:t>
            </a:r>
            <a:r>
              <a:rPr dirty="0" err="1"/>
              <a:t>Netreo</a:t>
            </a:r>
            <a:r>
              <a:rPr dirty="0"/>
              <a:t> &amp; BMC acquisitions</a:t>
            </a:r>
          </a:p>
          <a:p>
            <a:pPr>
              <a:defRPr sz="2800"/>
            </a:pPr>
            <a:r>
              <a:rPr dirty="0"/>
              <a:t>Solo rewrite of ~90% of log ingestion backend</a:t>
            </a:r>
          </a:p>
          <a:p>
            <a:pPr>
              <a:defRPr sz="2800"/>
            </a:pPr>
            <a:r>
              <a:rPr dirty="0"/>
              <a:t>Scaled pipeline now ingests 15</a:t>
            </a:r>
            <a:r>
              <a:rPr lang="en-US" dirty="0"/>
              <a:t>4 Billion</a:t>
            </a:r>
            <a:r>
              <a:rPr dirty="0"/>
              <a:t> logs (44.3 TB)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Demo Goals</a:t>
            </a:r>
          </a:p>
        </p:txBody>
      </p:sp>
      <p:sp>
        <p:nvSpPr>
          <p:cNvPr id="3" name="Content Placeholder 2"/>
          <p:cNvSpPr>
            <a:spLocks noGrp="1"/>
          </p:cNvSpPr>
          <p:nvPr>
            <p:ph idx="1"/>
          </p:nvPr>
        </p:nvSpPr>
        <p:spPr/>
        <p:txBody>
          <a:bodyPr/>
          <a:lstStyle/>
          <a:p>
            <a:pPr>
              <a:defRPr sz="2800"/>
            </a:pPr>
            <a:r>
              <a:t>Show Loggle's end-to-end pipeline</a:t>
            </a:r>
          </a:p>
          <a:p>
            <a:pPr>
              <a:defRPr sz="2800"/>
            </a:pPr>
            <a:r>
              <a:t>Walk through local and Azure setup</a:t>
            </a:r>
          </a:p>
          <a:p>
            <a:pPr>
              <a:defRPr sz="2800"/>
            </a:pPr>
            <a:r>
              <a:t>Leave you ready to explore the repo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Self-Host Logging?</a:t>
            </a:r>
          </a:p>
        </p:txBody>
      </p:sp>
      <p:sp>
        <p:nvSpPr>
          <p:cNvPr id="3" name="Content Placeholder 2"/>
          <p:cNvSpPr>
            <a:spLocks noGrp="1"/>
          </p:cNvSpPr>
          <p:nvPr>
            <p:ph idx="1"/>
          </p:nvPr>
        </p:nvSpPr>
        <p:spPr/>
        <p:txBody>
          <a:bodyPr/>
          <a:lstStyle/>
          <a:p>
            <a:pPr>
              <a:defRPr sz="2800"/>
            </a:pPr>
            <a:r>
              <a:t>Keep control of log data</a:t>
            </a:r>
          </a:p>
          <a:p>
            <a:pPr>
              <a:defRPr sz="2800"/>
            </a:pPr>
            <a:r>
              <a:t>Avoid SaaS lock-in costs</a:t>
            </a:r>
          </a:p>
          <a:p>
            <a:pPr>
              <a:defRPr sz="2800"/>
            </a:pPr>
            <a:r>
              <a:t>Use transparent OSS tooling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Loggle Bundles</a:t>
            </a:r>
          </a:p>
        </p:txBody>
      </p:sp>
      <p:sp>
        <p:nvSpPr>
          <p:cNvPr id="3" name="Content Placeholder 2"/>
          <p:cNvSpPr>
            <a:spLocks noGrp="1"/>
          </p:cNvSpPr>
          <p:nvPr>
            <p:ph idx="1"/>
          </p:nvPr>
        </p:nvSpPr>
        <p:spPr/>
        <p:txBody>
          <a:bodyPr/>
          <a:lstStyle/>
          <a:p>
            <a:pPr>
              <a:defRPr sz="2800"/>
            </a:pPr>
            <a:r>
              <a:t>OpenTelemetry Collector with bearer auth</a:t>
            </a:r>
          </a:p>
          <a:p>
            <a:pPr>
              <a:defRPr sz="2800"/>
            </a:pPr>
            <a:r>
              <a:t>ASP.NET Core ingestion API</a:t>
            </a:r>
          </a:p>
          <a:p>
            <a:pPr>
              <a:defRPr sz="2800"/>
            </a:pPr>
            <a:r>
              <a:t>Elasticsearch + Kibana ready to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OpenTelemetry &amp; OTLP</a:t>
            </a:r>
          </a:p>
        </p:txBody>
      </p:sp>
      <p:sp>
        <p:nvSpPr>
          <p:cNvPr id="3" name="Content Placeholder 2"/>
          <p:cNvSpPr>
            <a:spLocks noGrp="1"/>
          </p:cNvSpPr>
          <p:nvPr>
            <p:ph idx="1"/>
          </p:nvPr>
        </p:nvSpPr>
        <p:spPr/>
        <p:txBody>
          <a:bodyPr/>
          <a:lstStyle/>
          <a:p>
            <a:pPr>
              <a:defRPr sz="2800"/>
            </a:pPr>
            <a:r>
              <a:t>OpenTelemetry standardizes how apps emit telemetry</a:t>
            </a:r>
          </a:p>
          <a:p>
            <a:pPr>
              <a:defRPr sz="2800"/>
            </a:pPr>
            <a:r>
              <a:t>OTLP moves logs, metrics, traces between components</a:t>
            </a:r>
          </a:p>
          <a:p>
            <a:pPr>
              <a:defRPr sz="2800"/>
            </a:pPr>
            <a:r>
              <a:t>Loggle's collector and SDKs speak OTLP end to 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In Motion</a:t>
            </a:r>
          </a:p>
        </p:txBody>
      </p:sp>
      <p:sp>
        <p:nvSpPr>
          <p:cNvPr id="3" name="Content Placeholder 2"/>
          <p:cNvSpPr>
            <a:spLocks noGrp="1"/>
          </p:cNvSpPr>
          <p:nvPr>
            <p:ph idx="1"/>
          </p:nvPr>
        </p:nvSpPr>
        <p:spPr/>
        <p:txBody>
          <a:bodyPr/>
          <a:lstStyle/>
          <a:p>
            <a:pPr>
              <a:defRPr sz="2800"/>
            </a:pPr>
            <a:r>
              <a:t>Apps emit OTLP logs</a:t>
            </a:r>
          </a:p>
          <a:p>
            <a:pPr>
              <a:defRPr sz="2800"/>
            </a:pPr>
            <a:r>
              <a:t>Collector forwards to ingestion API</a:t>
            </a:r>
          </a:p>
          <a:p>
            <a:pPr>
              <a:defRPr sz="2800"/>
            </a:pPr>
            <a:r>
              <a:t>Elasticsearch powers Kibana search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Local Demo Setup</a:t>
            </a:r>
          </a:p>
        </p:txBody>
      </p:sp>
      <p:sp>
        <p:nvSpPr>
          <p:cNvPr id="3" name="Content Placeholder 2"/>
          <p:cNvSpPr>
            <a:spLocks noGrp="1"/>
          </p:cNvSpPr>
          <p:nvPr>
            <p:ph idx="1"/>
          </p:nvPr>
        </p:nvSpPr>
        <p:spPr/>
        <p:txBody>
          <a:bodyPr/>
          <a:lstStyle/>
          <a:p>
            <a:pPr>
              <a:defRPr sz="2800"/>
            </a:pPr>
            <a:r>
              <a:t>Start Docker stack via compose</a:t>
            </a:r>
          </a:p>
          <a:p>
            <a:pPr>
              <a:defRPr sz="2800"/>
            </a:pPr>
            <a:r>
              <a:t>Run sample console app</a:t>
            </a:r>
          </a:p>
          <a:p>
            <a:pPr>
              <a:defRPr sz="2800"/>
            </a:pPr>
            <a:r>
              <a:t>Watch logs flow in Kibana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Language Coverage</a:t>
            </a:r>
          </a:p>
        </p:txBody>
      </p:sp>
      <p:sp>
        <p:nvSpPr>
          <p:cNvPr id="3" name="Content Placeholder 2"/>
          <p:cNvSpPr>
            <a:spLocks noGrp="1"/>
          </p:cNvSpPr>
          <p:nvPr>
            <p:ph idx="1"/>
          </p:nvPr>
        </p:nvSpPr>
        <p:spPr/>
        <p:txBody>
          <a:bodyPr/>
          <a:lstStyle/>
          <a:p>
            <a:pPr>
              <a:defRPr sz="2800"/>
            </a:pPr>
            <a:r>
              <a:t>.NET, Python, JS/TS, Go samples</a:t>
            </a:r>
          </a:p>
          <a:p>
            <a:pPr>
              <a:defRPr sz="2800"/>
            </a:pPr>
            <a:r>
              <a:t>Shared OTLP token configuration</a:t>
            </a:r>
          </a:p>
          <a:p>
            <a:pPr>
              <a:defRPr sz="2800"/>
            </a:pPr>
            <a:r>
              <a:t>Runner loops logs until stopped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Deployment Highlights</a:t>
            </a:r>
          </a:p>
        </p:txBody>
      </p:sp>
      <p:sp>
        <p:nvSpPr>
          <p:cNvPr id="3" name="Content Placeholder 2"/>
          <p:cNvSpPr>
            <a:spLocks noGrp="1"/>
          </p:cNvSpPr>
          <p:nvPr>
            <p:ph idx="1"/>
          </p:nvPr>
        </p:nvSpPr>
        <p:spPr/>
        <p:txBody>
          <a:bodyPr/>
          <a:lstStyle/>
          <a:p>
            <a:pPr>
              <a:defRPr sz="2800"/>
            </a:pPr>
            <a:r>
              <a:t>Terraform builds Azure VM + network</a:t>
            </a:r>
          </a:p>
          <a:p>
            <a:pPr>
              <a:defRPr sz="2800"/>
            </a:pPr>
            <a:r>
              <a:t>Certbot auto-manages HTTPS</a:t>
            </a:r>
          </a:p>
          <a:p>
            <a:pPr>
              <a:defRPr sz="2800"/>
            </a:pPr>
            <a:r>
              <a:t>IP allowlists + API keys secure access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pPr>
              <a:defRPr sz="2800"/>
            </a:pPr>
            <a:r>
              <a:t>Update domains and secrets before deploy</a:t>
            </a:r>
          </a:p>
          <a:p>
            <a:pPr>
              <a:defRPr sz="2800"/>
            </a:pPr>
            <a:r>
              <a:t>Try multi-language samples locally</a:t>
            </a:r>
          </a:p>
          <a:p>
            <a:pPr>
              <a:defRPr sz="2800"/>
            </a:pPr>
            <a:r>
              <a:t>Track roadmap: Aspire dashboard &amp; multi-cloud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OTLP Prefers Protobuf</a:t>
            </a:r>
          </a:p>
        </p:txBody>
      </p:sp>
      <p:sp>
        <p:nvSpPr>
          <p:cNvPr id="3" name="Content Placeholder 2"/>
          <p:cNvSpPr>
            <a:spLocks noGrp="1"/>
          </p:cNvSpPr>
          <p:nvPr>
            <p:ph idx="1"/>
          </p:nvPr>
        </p:nvSpPr>
        <p:spPr/>
        <p:txBody>
          <a:bodyPr/>
          <a:lstStyle/>
          <a:p>
            <a:pPr>
              <a:defRPr sz="2800"/>
            </a:pPr>
            <a:r>
              <a:t>Binary payload skips repeated field names like "key"/"value"</a:t>
            </a:r>
          </a:p>
          <a:p>
            <a:pPr>
              <a:defRPr sz="2800"/>
            </a:pPr>
            <a:r>
              <a:t>Fixed schemas ensure forward/backward compatibility</a:t>
            </a:r>
          </a:p>
          <a:p>
            <a:pPr>
              <a:defRPr sz="2800"/>
            </a:pPr>
            <a:r>
              <a:t>Smaller messages move faster over collectors and gateways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Size Check: JSON vs Protobuf</a:t>
            </a:r>
          </a:p>
        </p:txBody>
      </p:sp>
      <p:sp>
        <p:nvSpPr>
          <p:cNvPr id="3" name="Content Placeholder 2"/>
          <p:cNvSpPr>
            <a:spLocks noGrp="1"/>
          </p:cNvSpPr>
          <p:nvPr>
            <p:ph idx="1"/>
          </p:nvPr>
        </p:nvSpPr>
        <p:spPr/>
        <p:txBody>
          <a:bodyPr/>
          <a:lstStyle/>
          <a:p>
            <a:pPr>
              <a:defRPr sz="2800"/>
            </a:pPr>
            <a:r>
              <a:t>Unit test `ProtoVsJsonSizeTests` serializes the same OTLP log</a:t>
            </a:r>
          </a:p>
          <a:p>
            <a:pPr>
              <a:defRPr sz="2800"/>
            </a:pPr>
            <a:r>
              <a:t>JSON payload (pretty) = 617 bytes</a:t>
            </a:r>
          </a:p>
          <a:p>
            <a:pPr>
              <a:defRPr sz="2800"/>
            </a:pPr>
            <a:r>
              <a:t>Protobuf payload = 202 bytes (hex dump in test output)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780</Words>
  <Application>Microsoft Office PowerPoint</Application>
  <PresentationFormat>On-screen Show (4:3)</PresentationFormat>
  <Paragraphs>62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Loggle</vt:lpstr>
      <vt:lpstr>Stackify → Netreo → BMC</vt:lpstr>
      <vt:lpstr>Demo Goals</vt:lpstr>
      <vt:lpstr>Why Self-Host Logging?</vt:lpstr>
      <vt:lpstr>What Loggle Bundles</vt:lpstr>
      <vt:lpstr>OpenTelemetry &amp; OTLP</vt:lpstr>
      <vt:lpstr>Pipeline In Motion</vt:lpstr>
      <vt:lpstr>Local Demo Setup</vt:lpstr>
      <vt:lpstr>Language Coverage</vt:lpstr>
      <vt:lpstr>Cloud Deployment Highlights</vt:lpstr>
      <vt:lpstr>Next Steps</vt:lpstr>
      <vt:lpstr>Why OTLP Prefers Protobuf</vt:lpstr>
      <vt:lpstr>Size Check: JSON vs Protobuf</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Jesse Gador</cp:lastModifiedBy>
  <cp:revision>4</cp:revision>
  <dcterms:created xsi:type="dcterms:W3CDTF">2013-01-27T09:14:16Z</dcterms:created>
  <dcterms:modified xsi:type="dcterms:W3CDTF">2025-11-08T08:09:50Z</dcterms:modified>
  <cp:category/>
</cp:coreProperties>
</file>